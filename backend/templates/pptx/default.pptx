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3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Castro Garcia" userId="2d12d4c3-9a70-4681-b77d-58a466a0ab70" providerId="ADAL" clId="{2AA7665D-E70E-4332-B8D9-DA1934AD0012}"/>
    <pc:docChg chg="addSld">
      <pc:chgData name="Ricardo Castro Garcia" userId="2d12d4c3-9a70-4681-b77d-58a466a0ab70" providerId="ADAL" clId="{2AA7665D-E70E-4332-B8D9-DA1934AD0012}" dt="2026-03-17T19:52:18.144" v="0" actId="680"/>
      <pc:docMkLst>
        <pc:docMk/>
      </pc:docMkLst>
      <pc:sldChg chg="new">
        <pc:chgData name="Ricardo Castro Garcia" userId="2d12d4c3-9a70-4681-b77d-58a466a0ab70" providerId="ADAL" clId="{2AA7665D-E70E-4332-B8D9-DA1934AD0012}" dt="2026-03-17T19:52:18.144" v="0" actId="680"/>
        <pc:sldMkLst>
          <pc:docMk/>
          <pc:sldMk cId="360987334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C408-D0C5-77D5-86C4-E550B45F3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A074A-D572-AFC8-6684-3B1F9E1DA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9DA18-620C-698E-BED4-4ABBEFB4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D998E-6369-B87B-6077-87F831686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A8222-EA98-D502-2AAA-912C5755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3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49ED-F1D5-A243-F4FE-8B4BD11E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7B3D5-BAB9-F748-2D58-78A1271EE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B0454-9F63-962A-6D77-6A764713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F5671-9177-A940-FDDA-C495B1003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72AB-A3B8-8A37-0B89-85134796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7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5DD8-613D-1E0E-2833-82FF0CEE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9AB12-10B1-6EFD-FCE1-77C30B4F3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E8209-83FA-5322-9154-8CDD2CD7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ADDD3-4042-28D3-3F98-F88FDEBA2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B29E0-0958-F195-1F3D-DFBD0F16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5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45B7-3084-C966-7B60-ED729233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3A02-D85B-8DC5-C0F4-34F60E185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3D012-D689-9F84-DC8E-6DFF05FFA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58BFC-CAAD-199B-EE69-78CFFADA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77C5E-8D0A-F00D-EE1F-998E0F5C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9950D-1B0D-76B3-6596-961670BE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6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9B48-9A27-4D9D-5647-284B8ED9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67318-3D76-DB4A-2E29-E2FEB047E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004AF-F78E-9F64-3319-D866B4CE4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101C8-11C9-5369-2B48-E9B379A72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3FF86-EFD1-1D29-6061-1E452E446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1819F4-098C-8EAE-1184-05EDE738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4F98E6-CAF7-B5ED-AA71-DF390968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9FA242-BC3F-A79F-042E-4C4C9151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F148-3961-D324-9A16-BD8C68F0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FF49E-1918-D9B9-6786-BE7D3160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4BF66-4D57-AAA9-63F1-C8D0CCC4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2E642-EF28-38A0-518E-E4463A35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9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F8B739-8360-F880-0D11-0D92A201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BADC6-AEF9-9B1F-565D-E441D6E0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2A4F9-6D78-68DB-DAB3-3A03BD79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5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1F78-B9F2-1F9A-A6D6-173BF780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16300-7277-87BB-55A3-54709235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38985-B5E3-A48D-01E6-0C2D8096B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C766F-A242-7F21-0E21-3A8AE730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9A3E9-71B3-7525-B02D-847796C1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E29F7-1D90-9266-15C7-6E8FCA77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0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50A9-1093-007D-75F0-05E542ECB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BB806-CEB7-10D7-F094-2BB2835A4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9252F4-DBC3-913E-E9C9-990315530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145F9-3659-5C40-F2E4-68EB8F2C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EA59E-4CFB-3A41-12A3-34180DA4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76330-0F42-826B-0DDE-8DACB46F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5ADC-0C7F-6DD5-3D55-7A4042B6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A97BD-1B14-6EBD-6F0D-B1521C232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5EEB7-E273-E66D-E6AB-A6B49221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DF3EE-8AEB-5812-4720-833B5A78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E0BB2-ED0A-DDEC-03AA-7BEE8D6A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9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EAA9-ED9E-96E6-2D49-29755C569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D8F3F-5678-9EC1-24A2-257ACCDF6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CB527-75C1-4554-3D7F-3314DB82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2F2A7-BD3A-828B-0640-A7819699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2483B-9791-0F48-CDB7-714A8E38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99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4B5AE-79E7-2A6A-E86E-82026993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94A43-222C-C1C5-2E01-A76C50EBA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06EDE-C1F8-0E0E-2913-FAC409B75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49D9A-DE41-4D6B-A9A5-973D9F9AF106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F0D2-D796-F8FA-867D-32EBBA7A7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B83A2-0141-6618-68F8-72DB9B89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1B26A-E327-4A91-A096-4D090C5EC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1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E896-D386-79A4-54D6-CAB6A2F52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A8773-921F-BEF1-8537-D0FC09027F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0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436F-BE01-6155-536D-637D5C65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6FC9-D935-C353-D4F8-69234E65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7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Castro Garcia</dc:creator>
  <cp:lastModifiedBy>Ricardo Castro Garcia</cp:lastModifiedBy>
  <cp:revision>1</cp:revision>
  <dcterms:created xsi:type="dcterms:W3CDTF">2026-03-17T19:48:09Z</dcterms:created>
  <dcterms:modified xsi:type="dcterms:W3CDTF">2026-03-17T19:55:19Z</dcterms:modified>
</cp:coreProperties>
</file>